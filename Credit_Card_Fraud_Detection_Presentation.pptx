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fraudulent credit card transactions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dataset with target variable: is_fraud.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data, preprocess, split data, train Random Forest model, evaluate.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99.61%</a:t>
            </a:r>
          </a:p>
          <a:p>
            <a:r>
              <a:t>Precision: 81%</a:t>
            </a:r>
          </a:p>
          <a:p>
            <a:r>
              <a:t>Recall: 44%</a:t>
            </a:r>
          </a:p>
          <a:p>
            <a:r>
              <a:t>F1-score: 57%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successfully detects fraud with high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
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Spam SMS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CODSOFT Machine Learning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for automated spam message filtering.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spam and legitimate SMS messages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and evaluate a machine learning classifier.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SMS Spam Collection Dataset with spam and ham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Scikit-Learn, Google Colab.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Preprocessing, TF-IDF, Training, Prediction,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Multinomial Naive Bayes for text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accuracy and classification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spam detection using NLP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